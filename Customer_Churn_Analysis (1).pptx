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64" r:id="rId15"/>
    <p:sldId id="265" r:id="rId16"/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22833"/>
                </a:solidFill>
              </a:defRPr>
            </a:pPr>
            <a:r>
              <a:t>Key Insight: Contract Type Drives Churn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22833"/>
                </a:solidFill>
              </a:defRPr>
            </a:pPr>
            <a:r>
              <a:t>Model Performance</a:t>
            </a:r>
          </a:p>
        </p:txBody>
      </p:sp>
      <p:pic>
        <p:nvPicPr>
          <p:cNvPr id="3" name="Picture 2" descr="chart_model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530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090"/>
                </a:solidFill>
              </a:defRPr>
            </a:pPr>
            <a:r>
              <a:t>Random Forest Model — ROC-AUC Score: 0.84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22833"/>
                </a:solidFill>
              </a:defRPr>
            </a:pPr>
            <a:r>
              <a:t>Feature Importance (Model Explainability)</a:t>
            </a:r>
          </a:p>
        </p:txBody>
      </p:sp>
      <p:pic>
        <p:nvPicPr>
          <p:cNvPr id="3" name="Picture 2" descr="char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09728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22833"/>
                </a:solidFill>
              </a:defRPr>
            </a:pPr>
            <a:r>
              <a:t>Customer Segmentation</a:t>
            </a:r>
          </a:p>
        </p:txBody>
      </p:sp>
      <p:pic>
        <p:nvPicPr>
          <p:cNvPr id="3" name="Picture 2" descr="chart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6384175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•  At Risk: 2900 customers — needs urgent retention action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•  Loyal: 2230 customers — reward &amp; retain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</a:defRPr>
            </a:pPr>
            <a:r>
              <a:t>•  Dormant: 1902 customers — re-engage with offers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22833"/>
                </a:solidFill>
              </a:defRPr>
            </a:pPr>
            <a:r>
              <a:t>Final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At Risk: Offer contract-upgrade discounts and free TechSupport/OnlineSecurity trials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Loyal: Launch referral &amp; loyalty programs, cross-sell additional services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Dormant: Re-engage with personalized offers and feedback surveys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Switch Electronic Check users to auto-pay with small incentives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Target 'At Risk' segment proactively to reduce churn by an estimated 5-10%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Customer Churn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8090"/>
                </a:solidFill>
              </a:defRPr>
            </a:pPr>
            <a:r>
              <a:t>Telecom Industry | Predictive Analytics &amp; Customer Retention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2833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22833"/>
                </a:solidFill>
              </a:defRPr>
            </a:pPr>
            <a:r>
              <a:t>1.  Business Problem &amp; Objective</a:t>
            </a:r>
          </a:p>
          <a:p>
            <a:pPr>
              <a:spcAft>
                <a:spcPts val="1400"/>
              </a:spcAft>
              <a:defRPr sz="2200">
                <a:solidFill>
                  <a:srgbClr val="022833"/>
                </a:solidFill>
              </a:defRPr>
            </a:pPr>
            <a:r>
              <a:t>2.  Dataset Overview</a:t>
            </a:r>
          </a:p>
          <a:p>
            <a:pPr>
              <a:spcAft>
                <a:spcPts val="1400"/>
              </a:spcAft>
              <a:defRPr sz="2200">
                <a:solidFill>
                  <a:srgbClr val="022833"/>
                </a:solidFill>
              </a:defRPr>
            </a:pPr>
            <a:r>
              <a:t>3.  Key Insights from EDA</a:t>
            </a:r>
          </a:p>
          <a:p>
            <a:pPr>
              <a:spcAft>
                <a:spcPts val="1400"/>
              </a:spcAft>
              <a:defRPr sz="2200">
                <a:solidFill>
                  <a:srgbClr val="022833"/>
                </a:solidFill>
              </a:defRPr>
            </a:pPr>
            <a:r>
              <a:t>4.  Churn Prediction Model &amp; Performance</a:t>
            </a:r>
          </a:p>
          <a:p>
            <a:pPr>
              <a:spcAft>
                <a:spcPts val="1400"/>
              </a:spcAft>
              <a:defRPr sz="2200">
                <a:solidFill>
                  <a:srgbClr val="022833"/>
                </a:solidFill>
              </a:defRPr>
            </a:pPr>
            <a:r>
              <a:t>5.  Feature Importance (Explainability)</a:t>
            </a:r>
          </a:p>
          <a:p>
            <a:pPr>
              <a:spcAft>
                <a:spcPts val="1400"/>
              </a:spcAft>
              <a:defRPr sz="2200">
                <a:solidFill>
                  <a:srgbClr val="022833"/>
                </a:solidFill>
              </a:defRPr>
            </a:pPr>
            <a:r>
              <a:t>6.  Customer Segmentation</a:t>
            </a:r>
          </a:p>
          <a:p>
            <a:pPr>
              <a:spcAft>
                <a:spcPts val="1400"/>
              </a:spcAft>
              <a:defRPr sz="2200">
                <a:solidFill>
                  <a:srgbClr val="022833"/>
                </a:solidFill>
              </a:defRPr>
            </a:pPr>
            <a:r>
              <a:t>7. 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2833"/>
                </a:solidFill>
              </a:defRPr>
            </a:pPr>
            <a:r>
              <a:t>Business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Telecom industry is highly competitive — acquiring a new customer costs 5-25x more than retaining an existing one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Objective: Predict which customers are likely to churn before it happens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Use SQL aggregation + Machine Learning classification to identify at-risk customers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Segment customers (At Risk, Loyal, Dormant) to enable targeted retention strategies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•  Deliver actionable, data-driven recommendations to reduce churn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2833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28090"/>
                </a:solidFill>
              </a:defRPr>
            </a:pPr>
            <a:r>
              <a:t>Total Customers:  7,032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28090"/>
                </a:solidFill>
              </a:defRPr>
            </a:pPr>
            <a:r>
              <a:t>Features:  21 (demographics, services, billing, contract)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28090"/>
                </a:solidFill>
              </a:defRPr>
            </a:pPr>
            <a:r>
              <a:t>Target Variable:  Churn (Yes / No)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28090"/>
                </a:solidFill>
              </a:defRPr>
            </a:pPr>
            <a:r>
              <a:t>Overall Churn Rate:  ~26.5%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28090"/>
                </a:solidFill>
              </a:defRPr>
            </a:pPr>
            <a:r>
              <a:t>Source:  Telco Customer Churn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